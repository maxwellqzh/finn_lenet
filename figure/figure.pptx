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7C80"/>
    <a:srgbClr val="CC99FF"/>
    <a:srgbClr val="6600FF"/>
    <a:srgbClr val="9966FF"/>
    <a:srgbClr val="BD4B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0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42DAC-0B67-E3B3-1AD2-BD793ACD0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D50435-8061-F1B7-AD77-F51AB8EA6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D2E16-9477-5FFF-4886-2225EAEB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19EF3-E52F-F70B-7B4D-1218BBC9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02AAF-5D6C-F654-EF7C-9747C502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54E67-6D81-ECB8-4F2B-DBC56BEC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E45B8F-9C54-4AAA-6457-7DDD80915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AE5FAE-9341-8239-1A56-CBDEBC06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6D8600-090A-F64B-BD8B-A1C203C3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2AC5C2-68EE-5A63-FEF3-D7B6255F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6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5D0FF-99D0-0C20-14E4-BB37200B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F9956-8CBD-EA81-6A17-CC5B92C39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8690F-4ABC-0A00-7BA7-1BEA9039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9916B-05EF-0E24-274D-7F58BA35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A95F0-7B89-CD75-0F87-AA92E538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1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689F1-A87A-7E6D-EC92-A7D20F97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E16D9-B027-AAA5-64F7-C23B05628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C964C2-70FD-AE7B-ADCD-5600D7A01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DE735B-11FB-9094-F643-5E0FF1FB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EC5F56-C811-B956-DD2C-DE61C594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D0E246-6A71-25D8-60C7-1063DD5D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29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B3724-F173-24CC-7754-7C1DD30A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C093C5-4EA6-9E8A-FC30-0E1664655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B5BE1B-E04A-4106-3B22-6301D1FCD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71061-5C89-76CC-07EF-D79B1FCFA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4C476C-1FAD-4E8E-03DE-2710D29E7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CF3929-1C23-6363-D3D8-68CCBAD5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D98183-4FA2-9D97-2E79-6E08C1D9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2CA54C-F73E-7A57-0610-7614E8D5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75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8612E-5C6E-D2FF-3E51-A97FD75E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7280CD-F73B-FC56-B3ED-507C1C12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86A110-1F6C-2ECE-AB76-068B7191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07E2C0-EE37-82EF-C468-345DB92E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4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A980AF-14D7-6540-D120-FA49BC16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6632B7-2BBD-D510-A801-62232B0B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69AAA7-1F65-263C-A572-389A0789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9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E7AEC-7410-27A0-58C6-DC5AEBE1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129A79-2EA1-7742-CD48-7B3E8223E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E1863-1F3E-F254-99E4-1C33775B1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9A6310-B6FE-3F1A-D717-342D469C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4FE212-1B36-41F1-C118-D79AFE32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EBA265-19B8-B974-9A07-85AEADF4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4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65F8A-3AB2-75C1-CDA5-2697BB5D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93DE56-FC23-DAC1-1100-28E157A40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C88CD8-7C52-FA04-FBBC-BFBA67594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C93D13-2138-F1D2-2C61-95B09954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10CE9-ADBB-5C57-CEC5-90223F26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64E8F1-2C57-456A-FAFC-0935C20C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5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58D528-FBA6-3ACB-5D3E-D6C9A873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2221D4-0438-2244-32A7-6A190738D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0D02CC-2E5F-A4BF-85E5-70E829D3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A3CA1-EEF7-4BC1-D560-75D81D3B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C8DF6-6409-975F-2C2A-E0FB1F7E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17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53804D-59CA-E743-37AF-3B42DCD10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DC2B7B-2FB9-3B0C-D00D-0F472E1BE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A5355-C744-4202-7AD2-553025FE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9280B2-3987-10E4-0579-3FB371C4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83258-C9F0-2EF0-0848-A41E2ECA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07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2B5C4A-3344-2B18-7B51-C45A757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373455-B289-BDB5-FB89-8CC81E3DB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6C4885-6C27-86A9-64CD-882C49FC4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CFE50-7B61-44B2-83FC-666F6FAB51D5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F20A6-B1C5-6885-A525-148D8EA33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3A713B-C2C3-67CA-B8E8-7707FBA86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C3F9E-7E8F-4005-B3E3-2E747F29C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5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>
            <a:extLst>
              <a:ext uri="{FF2B5EF4-FFF2-40B4-BE49-F238E27FC236}">
                <a16:creationId xmlns:a16="http://schemas.microsoft.com/office/drawing/2014/main" id="{E611D22A-6F67-AEA3-752E-7F273D4E96FD}"/>
              </a:ext>
            </a:extLst>
          </p:cNvPr>
          <p:cNvGrpSpPr/>
          <p:nvPr/>
        </p:nvGrpSpPr>
        <p:grpSpPr>
          <a:xfrm>
            <a:off x="1994078" y="627712"/>
            <a:ext cx="4380965" cy="5173528"/>
            <a:chOff x="1560489" y="322912"/>
            <a:chExt cx="4380965" cy="517352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58A9E9E-7271-B04B-853E-4B548508E207}"/>
                </a:ext>
              </a:extLst>
            </p:cNvPr>
            <p:cNvSpPr/>
            <p:nvPr/>
          </p:nvSpPr>
          <p:spPr>
            <a:xfrm>
              <a:off x="4159877" y="4261359"/>
              <a:ext cx="1781577" cy="122873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E5F7827-9BC9-B1FF-B1D4-A9CDEED79F36}"/>
                    </a:ext>
                  </a:extLst>
                </p:cNvPr>
                <p:cNvSpPr/>
                <p:nvPr/>
              </p:nvSpPr>
              <p:spPr>
                <a:xfrm>
                  <a:off x="1888901" y="322912"/>
                  <a:ext cx="1124755" cy="536620"/>
                </a:xfrm>
                <a:prstGeom prst="rect">
                  <a:avLst/>
                </a:prstGeom>
                <a:solidFill>
                  <a:srgbClr val="CC99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/>
                    <a:t>输入图像</a:t>
                  </a:r>
                  <a:br>
                    <a:rPr lang="en-US" altLang="zh-CN" sz="1200"/>
                  </a:br>
                  <a:r>
                    <a:rPr lang="en-US" altLang="zh-CN" sz="1200"/>
                    <a:t>1</a:t>
                  </a:r>
                  <a14:m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1200"/>
                    <a:t>32</a:t>
                  </a:r>
                  <a14:m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1200"/>
                    <a:t>32</a:t>
                  </a:r>
                  <a:endParaRPr lang="zh-CN" altLang="en-US" sz="1200"/>
                </a:p>
              </p:txBody>
            </p:sp>
          </mc:Choice>
          <mc:Fallback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E5F7827-9BC9-B1FF-B1D4-A9CDEED79F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8901" y="322912"/>
                  <a:ext cx="1124755" cy="5366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248B6EC-16F4-9B31-4D2A-FD5C2E0F9727}"/>
                </a:ext>
              </a:extLst>
            </p:cNvPr>
            <p:cNvSpPr/>
            <p:nvPr/>
          </p:nvSpPr>
          <p:spPr>
            <a:xfrm>
              <a:off x="1560490" y="1621551"/>
              <a:ext cx="1781577" cy="18245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7055B9F-D0F9-39CB-D50B-04E59873D7A0}"/>
                </a:ext>
              </a:extLst>
            </p:cNvPr>
            <p:cNvSpPr/>
            <p:nvPr/>
          </p:nvSpPr>
          <p:spPr>
            <a:xfrm>
              <a:off x="1891047" y="1768045"/>
              <a:ext cx="1124755" cy="38744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Conv1</a:t>
              </a:r>
              <a:br>
                <a:rPr lang="en-US" altLang="zh-CN" sz="1200"/>
              </a:br>
              <a:r>
                <a:rPr lang="en-US" altLang="zh-CN" sz="1200"/>
                <a:t>W2</a:t>
              </a:r>
              <a:endParaRPr lang="zh-CN" altLang="en-US" sz="120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75A5B3-ABBB-738B-47F0-C44A06C487E2}"/>
                </a:ext>
              </a:extLst>
            </p:cNvPr>
            <p:cNvSpPr/>
            <p:nvPr/>
          </p:nvSpPr>
          <p:spPr>
            <a:xfrm>
              <a:off x="1891047" y="2320228"/>
              <a:ext cx="1124755" cy="387441"/>
            </a:xfrm>
            <a:prstGeom prst="rect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BN1+ReLU1</a:t>
              </a:r>
              <a:br>
                <a:rPr lang="en-US" altLang="zh-CN" sz="1200"/>
              </a:br>
              <a:r>
                <a:rPr lang="en-US" altLang="zh-CN" sz="1200"/>
                <a:t>A1</a:t>
              </a:r>
              <a:endParaRPr lang="zh-CN" altLang="en-US" sz="120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07D6F99-7306-BD91-1D76-2EB102A33853}"/>
                </a:ext>
              </a:extLst>
            </p:cNvPr>
            <p:cNvSpPr/>
            <p:nvPr/>
          </p:nvSpPr>
          <p:spPr>
            <a:xfrm>
              <a:off x="1891047" y="2872411"/>
              <a:ext cx="1124755" cy="387441"/>
            </a:xfrm>
            <a:prstGeom prst="rect">
              <a:avLst/>
            </a:prstGeom>
            <a:solidFill>
              <a:srgbClr val="FFCC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MaxPool</a:t>
              </a:r>
              <a:endParaRPr lang="zh-CN" altLang="en-US" sz="120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7654B19-1E66-CE49-B4AF-24DC46D340AA}"/>
                </a:ext>
              </a:extLst>
            </p:cNvPr>
            <p:cNvSpPr/>
            <p:nvPr/>
          </p:nvSpPr>
          <p:spPr>
            <a:xfrm>
              <a:off x="1560489" y="3665583"/>
              <a:ext cx="1781577" cy="18245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0694178-E82B-A774-F2A4-9BD79FE308E6}"/>
                </a:ext>
              </a:extLst>
            </p:cNvPr>
            <p:cNvSpPr/>
            <p:nvPr/>
          </p:nvSpPr>
          <p:spPr>
            <a:xfrm>
              <a:off x="1891046" y="3812077"/>
              <a:ext cx="1124755" cy="38744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Conv2</a:t>
              </a:r>
              <a:br>
                <a:rPr lang="en-US" altLang="zh-CN" sz="1200"/>
              </a:br>
              <a:r>
                <a:rPr lang="en-US" altLang="zh-CN" sz="1200"/>
                <a:t>W2</a:t>
              </a:r>
              <a:endParaRPr lang="zh-CN" altLang="en-US" sz="120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902472D-271E-BE9B-FCBE-E074C752575F}"/>
                </a:ext>
              </a:extLst>
            </p:cNvPr>
            <p:cNvSpPr/>
            <p:nvPr/>
          </p:nvSpPr>
          <p:spPr>
            <a:xfrm>
              <a:off x="1891046" y="4364260"/>
              <a:ext cx="1124755" cy="387441"/>
            </a:xfrm>
            <a:prstGeom prst="rect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BN2+ReLU2</a:t>
              </a:r>
              <a:br>
                <a:rPr lang="en-US" altLang="zh-CN" sz="1200"/>
              </a:br>
              <a:r>
                <a:rPr lang="en-US" altLang="zh-CN" sz="1200"/>
                <a:t>A1</a:t>
              </a:r>
              <a:endParaRPr lang="zh-CN" altLang="en-US" sz="120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B927E6F-0554-1CA7-1383-87BFEC98FECC}"/>
                </a:ext>
              </a:extLst>
            </p:cNvPr>
            <p:cNvSpPr/>
            <p:nvPr/>
          </p:nvSpPr>
          <p:spPr>
            <a:xfrm>
              <a:off x="1891046" y="4916443"/>
              <a:ext cx="1124755" cy="387441"/>
            </a:xfrm>
            <a:prstGeom prst="rect">
              <a:avLst/>
            </a:prstGeom>
            <a:solidFill>
              <a:srgbClr val="FFCC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MaxPool</a:t>
              </a:r>
              <a:endParaRPr lang="zh-CN" altLang="en-US" sz="120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C6AF5FE-DFAA-9434-EF42-3822DDF94897}"/>
                </a:ext>
              </a:extLst>
            </p:cNvPr>
            <p:cNvSpPr/>
            <p:nvPr/>
          </p:nvSpPr>
          <p:spPr>
            <a:xfrm>
              <a:off x="4488289" y="4373661"/>
              <a:ext cx="1124755" cy="38744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Conv3</a:t>
              </a:r>
              <a:br>
                <a:rPr lang="en-US" altLang="zh-CN" sz="1200"/>
              </a:br>
              <a:r>
                <a:rPr lang="en-US" altLang="zh-CN" sz="1200"/>
                <a:t>W2</a:t>
              </a:r>
              <a:endParaRPr lang="zh-CN" altLang="en-US" sz="120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3B7DCF7-D2DF-5A33-4EC9-21BD7947B379}"/>
                </a:ext>
              </a:extLst>
            </p:cNvPr>
            <p:cNvSpPr/>
            <p:nvPr/>
          </p:nvSpPr>
          <p:spPr>
            <a:xfrm>
              <a:off x="4488289" y="4925844"/>
              <a:ext cx="1124755" cy="387441"/>
            </a:xfrm>
            <a:prstGeom prst="rect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BN3+ReLU3</a:t>
              </a:r>
              <a:br>
                <a:rPr lang="en-US" altLang="zh-CN" sz="1200"/>
              </a:br>
              <a:r>
                <a:rPr lang="en-US" altLang="zh-CN" sz="1200"/>
                <a:t>A1</a:t>
              </a:r>
              <a:endParaRPr lang="zh-CN" altLang="en-US" sz="120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5B044E5-4F7E-9FDC-3777-E7DC3849AA6A}"/>
                </a:ext>
              </a:extLst>
            </p:cNvPr>
            <p:cNvSpPr/>
            <p:nvPr/>
          </p:nvSpPr>
          <p:spPr>
            <a:xfrm>
              <a:off x="4488286" y="3400278"/>
              <a:ext cx="1124755" cy="536620"/>
            </a:xfrm>
            <a:prstGeom prst="rect">
              <a:avLst/>
            </a:prstGeom>
            <a:solidFill>
              <a:srgbClr val="CC99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Flatten</a:t>
              </a:r>
              <a:br>
                <a:rPr lang="en-US" altLang="zh-CN" sz="1200"/>
              </a:br>
              <a:r>
                <a:rPr lang="zh-CN" altLang="en-US" sz="1200"/>
                <a:t>展平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1AB3F23-DEC9-0EDC-9DBC-2068D8871E4C}"/>
                </a:ext>
              </a:extLst>
            </p:cNvPr>
            <p:cNvSpPr/>
            <p:nvPr/>
          </p:nvSpPr>
          <p:spPr>
            <a:xfrm>
              <a:off x="4159876" y="1180466"/>
              <a:ext cx="1781577" cy="18245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9A018CE-0EE8-C2AC-E4AA-31FD4EF65589}"/>
                </a:ext>
              </a:extLst>
            </p:cNvPr>
            <p:cNvSpPr/>
            <p:nvPr/>
          </p:nvSpPr>
          <p:spPr>
            <a:xfrm>
              <a:off x="4490433" y="1326960"/>
              <a:ext cx="1124755" cy="38744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FC2</a:t>
              </a:r>
              <a:br>
                <a:rPr lang="en-US" altLang="zh-CN" sz="1200"/>
              </a:br>
              <a:r>
                <a:rPr lang="en-US" altLang="zh-CN" sz="1200"/>
                <a:t>W2</a:t>
              </a:r>
              <a:endParaRPr lang="zh-CN" altLang="en-US" sz="120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5ADF8AA-54DB-41A5-3F38-1528C07ED72C}"/>
                </a:ext>
              </a:extLst>
            </p:cNvPr>
            <p:cNvSpPr/>
            <p:nvPr/>
          </p:nvSpPr>
          <p:spPr>
            <a:xfrm>
              <a:off x="4490433" y="1879143"/>
              <a:ext cx="1124755" cy="387441"/>
            </a:xfrm>
            <a:prstGeom prst="rect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ReLU4</a:t>
              </a:r>
              <a:br>
                <a:rPr lang="en-US" altLang="zh-CN" sz="1200"/>
              </a:br>
              <a:r>
                <a:rPr lang="en-US" altLang="zh-CN" sz="1200"/>
                <a:t>A1</a:t>
              </a:r>
              <a:endParaRPr lang="zh-CN" altLang="en-US" sz="120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ACED54F-5694-469C-2F61-6DF3644AD733}"/>
                </a:ext>
              </a:extLst>
            </p:cNvPr>
            <p:cNvSpPr/>
            <p:nvPr/>
          </p:nvSpPr>
          <p:spPr>
            <a:xfrm>
              <a:off x="4490433" y="2431326"/>
              <a:ext cx="1124755" cy="387441"/>
            </a:xfrm>
            <a:prstGeom prst="rect">
              <a:avLst/>
            </a:prstGeom>
            <a:solidFill>
              <a:srgbClr val="FFCC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FC1</a:t>
              </a:r>
              <a:br>
                <a:rPr lang="en-US" altLang="zh-CN" sz="1200"/>
              </a:br>
              <a:r>
                <a:rPr lang="en-US" altLang="zh-CN" sz="1200"/>
                <a:t>W2</a:t>
              </a:r>
              <a:endParaRPr lang="zh-CN" altLang="en-US" sz="1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108A25AE-F4A7-559F-CC27-F460323655FE}"/>
                    </a:ext>
                  </a:extLst>
                </p:cNvPr>
                <p:cNvSpPr/>
                <p:nvPr/>
              </p:nvSpPr>
              <p:spPr>
                <a:xfrm>
                  <a:off x="4488287" y="327617"/>
                  <a:ext cx="1124755" cy="5366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/>
                    <a:t>输入图像</a:t>
                  </a:r>
                  <a:br>
                    <a:rPr lang="en-US" altLang="zh-CN" sz="1200"/>
                  </a:br>
                  <a:r>
                    <a:rPr lang="en-US" altLang="zh-CN" sz="1200"/>
                    <a:t>1</a:t>
                  </a:r>
                  <a14:m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1200"/>
                    <a:t>32</a:t>
                  </a:r>
                  <a14:m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1200"/>
                    <a:t>32</a:t>
                  </a:r>
                  <a:endParaRPr lang="zh-CN" altLang="en-US" sz="1200"/>
                </a:p>
              </p:txBody>
            </p:sp>
          </mc:Choice>
          <mc:Fallback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108A25AE-F4A7-559F-CC27-F460323655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287" y="327617"/>
                  <a:ext cx="1124755" cy="5366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4008AA0-7E0C-24B6-AB0F-2FD7F6272722}"/>
                </a:ext>
              </a:extLst>
            </p:cNvPr>
            <p:cNvSpPr/>
            <p:nvPr/>
          </p:nvSpPr>
          <p:spPr>
            <a:xfrm>
              <a:off x="1888900" y="1061812"/>
              <a:ext cx="1124755" cy="38744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输入量化</a:t>
              </a:r>
              <a:br>
                <a:rPr lang="en-US" altLang="zh-CN" sz="1200"/>
              </a:br>
              <a:r>
                <a:rPr lang="en-US" altLang="zh-CN" sz="1200"/>
                <a:t>INT2(A2)</a:t>
              </a:r>
              <a:endParaRPr lang="zh-CN" altLang="en-US" sz="1200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8A0C5C69-4029-4C5F-F68A-7CACE2CB4EA0}"/>
                </a:ext>
              </a:extLst>
            </p:cNvPr>
            <p:cNvCxnSpPr>
              <a:stCxn id="4" idx="2"/>
              <a:endCxn id="36" idx="0"/>
            </p:cNvCxnSpPr>
            <p:nvPr/>
          </p:nvCxnSpPr>
          <p:spPr>
            <a:xfrm flipH="1">
              <a:off x="2451278" y="859532"/>
              <a:ext cx="1" cy="20228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48C58A7-F1C6-5FE3-81E3-73A372099D61}"/>
                </a:ext>
              </a:extLst>
            </p:cNvPr>
            <p:cNvCxnSpPr>
              <a:cxnSpLocks/>
              <a:stCxn id="36" idx="2"/>
              <a:endCxn id="9" idx="0"/>
            </p:cNvCxnSpPr>
            <p:nvPr/>
          </p:nvCxnSpPr>
          <p:spPr>
            <a:xfrm>
              <a:off x="2451278" y="1449253"/>
              <a:ext cx="1" cy="1722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E999401-4BCC-9ACB-A1F1-913B89D3B62E}"/>
                </a:ext>
              </a:extLst>
            </p:cNvPr>
            <p:cNvCxnSpPr>
              <a:cxnSpLocks/>
              <a:stCxn id="9" idx="2"/>
              <a:endCxn id="23" idx="0"/>
            </p:cNvCxnSpPr>
            <p:nvPr/>
          </p:nvCxnSpPr>
          <p:spPr>
            <a:xfrm flipH="1">
              <a:off x="2451278" y="3446058"/>
              <a:ext cx="1" cy="21952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74F3A878-ADA6-8442-6F77-280A1D21A1FC}"/>
                </a:ext>
              </a:extLst>
            </p:cNvPr>
            <p:cNvCxnSpPr>
              <a:stCxn id="23" idx="2"/>
              <a:endCxn id="29" idx="2"/>
            </p:cNvCxnSpPr>
            <p:nvPr/>
          </p:nvCxnSpPr>
          <p:spPr>
            <a:xfrm rot="16200000" flipH="1">
              <a:off x="3750972" y="4190396"/>
              <a:ext cx="12700" cy="2599388"/>
            </a:xfrm>
            <a:prstGeom prst="bentConnector3">
              <a:avLst>
                <a:gd name="adj1" fmla="val 180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EC0E8F1D-62D7-7A8F-E6B0-55DFC0ED2EDD}"/>
                </a:ext>
              </a:extLst>
            </p:cNvPr>
            <p:cNvCxnSpPr>
              <a:cxnSpLocks/>
              <a:stCxn id="29" idx="0"/>
              <a:endCxn id="30" idx="2"/>
            </p:cNvCxnSpPr>
            <p:nvPr/>
          </p:nvCxnSpPr>
          <p:spPr>
            <a:xfrm flipH="1" flipV="1">
              <a:off x="5050664" y="3936898"/>
              <a:ext cx="2" cy="32446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B0981AB7-209D-4830-7385-FB2D83AF145E}"/>
                </a:ext>
              </a:extLst>
            </p:cNvPr>
            <p:cNvCxnSpPr>
              <a:cxnSpLocks/>
              <a:stCxn id="30" idx="0"/>
              <a:endCxn id="31" idx="2"/>
            </p:cNvCxnSpPr>
            <p:nvPr/>
          </p:nvCxnSpPr>
          <p:spPr>
            <a:xfrm flipV="1">
              <a:off x="5050664" y="3004973"/>
              <a:ext cx="1" cy="3953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7A2E909-AE25-8D46-23A8-5F721B8659AB}"/>
                </a:ext>
              </a:extLst>
            </p:cNvPr>
            <p:cNvCxnSpPr>
              <a:cxnSpLocks/>
              <a:stCxn id="31" idx="0"/>
              <a:endCxn id="35" idx="2"/>
            </p:cNvCxnSpPr>
            <p:nvPr/>
          </p:nvCxnSpPr>
          <p:spPr>
            <a:xfrm flipV="1">
              <a:off x="5050665" y="864237"/>
              <a:ext cx="0" cy="3162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4851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60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Qin</dc:creator>
  <cp:lastModifiedBy>Maxwell Qin</cp:lastModifiedBy>
  <cp:revision>8</cp:revision>
  <dcterms:created xsi:type="dcterms:W3CDTF">2025-12-14T07:43:39Z</dcterms:created>
  <dcterms:modified xsi:type="dcterms:W3CDTF">2025-12-14T12:19:42Z</dcterms:modified>
</cp:coreProperties>
</file>